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FB10-81FF-A116-7F7C-893307DD2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9D0DE-C80C-0532-5C4D-34E57C224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A8ECD-0E84-595A-5EB9-28690E5C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79FCA-07C5-F6F1-8E96-7BF5F8A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71199-A5A1-03F0-47A1-DFB171B1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05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1AFC-DAD4-C5D7-CD9A-2C90F2D0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76AB3-8E02-6053-2CA0-02321AA5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E01D-4DC1-5B21-8DA9-DD7B109BE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69ADB-A5D3-5056-78A8-2664F866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D4234-61F1-A3BA-6A9C-A1E5D9DFA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9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4147-AE43-B307-F1D1-9EA03EE00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9A339-5810-E032-E040-30AF94786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B4F0A-C290-960F-D6A5-F08AA986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33C42-0857-BD65-C832-9D2B3206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757AD-D772-164C-308D-74A2E3E3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9BFB-FD51-82F5-1075-A9AEB9F5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9A99A-9303-6D4C-01BE-E637483B5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5CFF9-FA58-18F7-F720-4B55C64F0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53B79-5348-2F02-5FBE-9FF370B84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A6EA-9AD5-F6C1-61FE-0751F5D7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ED8F0-6298-CC8D-3ACD-D25F7AF6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3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A037-B70A-7708-8413-9794D622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67AE5-24E4-9262-6C61-ED5D0CD04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BAC36-8E73-4574-FB93-F0BB5950A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BD664-D014-F430-4E8A-4B6A6883D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522F0-7948-9C3B-BCAD-84281E4AB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FBEF3-243A-952A-1295-2CEAFF4E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963B8F-C6F1-F19A-0B90-3E5FBA30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C9975-4FEB-CB82-617B-96DE8994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E9EC-9049-9544-55AA-88725A8B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A5243-6359-A0BF-3858-F00B9BD4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CCCD9-9CD1-4C0B-871D-1648C6C9D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02864-B9E5-72BA-959A-714D7802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6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53CC1-4166-D528-6255-576FEAC7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B5E2-BE26-394C-49C2-47209E94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0E85C-988C-C945-5BDA-A89C01B8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8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BAEB-7E7D-351D-AC05-55D376EB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2583-F317-20C9-7AC6-ADA4DE812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520A8-E7E9-84A1-926A-0A98A8E1E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13441-4071-5252-01A2-31072FBE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7036-27B8-940D-2469-2BB849C62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FCD86-C657-758C-7CCF-F7D55474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2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6091-1772-9B6D-2EC4-223AD228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8753E-7BFB-D0AB-3453-CF7FF04C6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84C6B-C820-BDFE-30CA-095CF6720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67FEE-D848-5D10-ECAE-42040A1D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676B-22F3-CF3A-093D-3D7214877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3106E-783B-B615-AE82-4AF7B1D8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3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BEED-3996-0C77-816F-159210FA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7D716-6969-384D-FCE6-0E6288CD3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8188B-5F5C-272F-A1A6-11AC8B08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76D92-1669-59CC-0348-24C46A42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5C508-6DC5-CB78-E00E-998C7318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8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A95B87-D135-4F11-ADC1-A486E4D1C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9CFBE-C314-1C5A-90D7-B64808BDD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F0D84-81CC-7896-2F74-4B7A86E5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ED0AC-1885-945F-0E14-9730056F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66300-335B-07D1-0CCB-55E0F138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7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9B8AA-BCA5-598D-F261-C38D4D27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516D2-0E93-194B-CEE2-DD919D41E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18109-2E1B-AA43-628E-BCF1D9606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75E35-23C8-4214-9097-E5B24B64FB6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2DFEB-F5D1-068C-A92C-8144A2835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8CD10-B54D-BF91-FE0C-5BFCFA642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AEFBA-7F46-4AE3-AF28-0C50B375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teshDutt/sonar-auto-fix-test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idutt_microsoft/github-copilot-sdk-cli-challenge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485D-E357-6F55-0DC1-81603F73E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Sonar Auto Fix with Copilot SDK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852A0-3E20-BD3B-BCE7-D1FBAE08D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Hitesh Dutt</a:t>
            </a:r>
          </a:p>
          <a:p>
            <a:r>
              <a:rPr lang="en-US" dirty="0"/>
              <a:t>Jatinder Singh</a:t>
            </a:r>
          </a:p>
        </p:txBody>
      </p:sp>
    </p:spTree>
    <p:extLst>
      <p:ext uri="{BB962C8B-B14F-4D97-AF65-F5344CB8AC3E}">
        <p14:creationId xmlns:p14="http://schemas.microsoft.com/office/powerpoint/2010/main" val="2342540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5FBA-8AA2-E3B1-840F-D6370C512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5603"/>
            <a:ext cx="9144000" cy="675957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solidFill>
                  <a:srgbClr val="0B0B0B"/>
                </a:solidFill>
              </a:rPr>
              <a:t>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F9712-56FA-0AA1-4E3E-345DF9C6E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780" y="975360"/>
            <a:ext cx="10355580" cy="2171700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Teams accumulate </a:t>
            </a: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hundreds to thousands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of open SonarQube findings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Remediation is always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Segoe WPC"/>
              </a:rPr>
              <a:t>deprioritised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 against feature delivery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Manual fixes are </a:t>
            </a: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repetitive, low-value work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for senior engineers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Security vulnerabilities and tech debt silently compound sprint after sprint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Result: dashboards grow, quality gates fail, codebases degrade</a:t>
            </a:r>
          </a:p>
          <a:p>
            <a:endParaRPr lang="en-US" dirty="0">
              <a:solidFill>
                <a:srgbClr val="1F1F1F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20289B-6C1F-2AEC-A96F-182C7FC68415}"/>
              </a:ext>
            </a:extLst>
          </p:cNvPr>
          <p:cNvSpPr txBox="1">
            <a:spLocks/>
          </p:cNvSpPr>
          <p:nvPr/>
        </p:nvSpPr>
        <p:spPr>
          <a:xfrm>
            <a:off x="1524000" y="3223260"/>
            <a:ext cx="9144000" cy="675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0B0B0B"/>
                </a:solidFill>
              </a:rPr>
              <a:t>Business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2A465-B67A-A6E3-FD51-D3B0F52331F8}"/>
              </a:ext>
            </a:extLst>
          </p:cNvPr>
          <p:cNvSpPr txBox="1"/>
          <p:nvPr/>
        </p:nvSpPr>
        <p:spPr>
          <a:xfrm>
            <a:off x="906780" y="4077016"/>
            <a:ext cx="1035558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Save engineering time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— Repetitive rule fixes go from hours to seconds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Improve security posture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— BLOCKER and CRITICAL findings resolved continuously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Reduce technical debt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— Scheduled runs prevent the backlog from growing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Zero idle cost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— Azure Container Apps Job scales to zero when not running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Scales across repos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— One platform, multiple projects and rule sets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1F1F"/>
                </a:solidFill>
                <a:effectLst/>
                <a:latin typeface="Segoe WPC"/>
              </a:rPr>
              <a:t>Human oversight kept</a:t>
            </a:r>
            <a:r>
              <a:rPr lang="en-US" b="0" i="0" dirty="0">
                <a:solidFill>
                  <a:srgbClr val="1F1F1F"/>
                </a:solidFill>
                <a:effectLst/>
                <a:latin typeface="Segoe WPC"/>
              </a:rPr>
              <a:t> — Every fix is a Pull Request; nothing merges without approval</a:t>
            </a:r>
          </a:p>
        </p:txBody>
      </p:sp>
    </p:spTree>
    <p:extLst>
      <p:ext uri="{BB962C8B-B14F-4D97-AF65-F5344CB8AC3E}">
        <p14:creationId xmlns:p14="http://schemas.microsoft.com/office/powerpoint/2010/main" val="411869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B892-258A-7D70-1902-A8668A44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Diagram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85ED21-0CC2-B36C-3608-23D2C90E8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999" y="1903742"/>
            <a:ext cx="10478721" cy="217433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6544C5-57D2-5BAB-3948-316BF842A214}"/>
              </a:ext>
            </a:extLst>
          </p:cNvPr>
          <p:cNvSpPr txBox="1">
            <a:spLocks/>
          </p:cNvSpPr>
          <p:nvPr/>
        </p:nvSpPr>
        <p:spPr>
          <a:xfrm>
            <a:off x="434339" y="3424752"/>
            <a:ext cx="7923815" cy="6533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Repo URL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97837A-8760-8A42-EC0D-83249FD52785}"/>
              </a:ext>
            </a:extLst>
          </p:cNvPr>
          <p:cNvSpPr txBox="1">
            <a:spLocks/>
          </p:cNvSpPr>
          <p:nvPr/>
        </p:nvSpPr>
        <p:spPr>
          <a:xfrm>
            <a:off x="495299" y="4078078"/>
            <a:ext cx="7923815" cy="62346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(Public) </a:t>
            </a:r>
            <a:r>
              <a:rPr lang="en-US" sz="4000" dirty="0">
                <a:hlinkClick r:id="rId3"/>
              </a:rPr>
              <a:t>https://github.com/HiteshDutt/sonar-auto-fix-test.git</a:t>
            </a:r>
            <a:endParaRPr lang="en-US" sz="4000" dirty="0"/>
          </a:p>
          <a:p>
            <a:r>
              <a:rPr lang="en-US" sz="4000" dirty="0"/>
              <a:t>(Microsoft EMU) </a:t>
            </a:r>
            <a:r>
              <a:rPr lang="en-US" sz="4000" dirty="0">
                <a:hlinkClick r:id="rId4"/>
              </a:rPr>
              <a:t>https://github.com/hidutt_microsoft/github-copilot-sdk-cli-challenge.git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3754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171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WPC</vt:lpstr>
      <vt:lpstr>Office Theme</vt:lpstr>
      <vt:lpstr>Sonar Auto Fix with Copilot SDK</vt:lpstr>
      <vt:lpstr>The Problem</vt:lpstr>
      <vt:lpstr>Architecture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Dutt</dc:creator>
  <cp:lastModifiedBy>Hitesh Dutt</cp:lastModifiedBy>
  <cp:revision>1</cp:revision>
  <dcterms:created xsi:type="dcterms:W3CDTF">2026-03-07T15:15:44Z</dcterms:created>
  <dcterms:modified xsi:type="dcterms:W3CDTF">2026-03-07T18:27:00Z</dcterms:modified>
</cp:coreProperties>
</file>